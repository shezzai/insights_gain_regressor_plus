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minutes. The answer is negative, so I'll lead with it and spend the time on evidence.</a:t>
            </a:r>
          </a:p>
          <a:p/>
          <a:p>
            <a:r>
              <a:t>The ask was: can LLM-distilled insights from stock news predict the move that follows?</a:t>
            </a:r>
          </a:p>
          <a:p>
            <a:r>
              <a:t>We built five model families across two codebases and ran them on the same corpus.</a:t>
            </a:r>
          </a:p>
          <a:p>
            <a:r>
              <a:t>None of them beat guessing the average.</a:t>
            </a:r>
          </a:p>
          <a:p/>
          <a:p>
            <a:r>
              <a:t>I want to convince you this is a property of the data, not a failure of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Leading with the conclusion so nothing that follows is a surprise.</a:t>
            </a:r>
          </a:p>
          <a:p/>
          <a:p>
            <a:r>
              <a:t>R-squared of zero means: your model's error is the same size as just predicting</a:t>
            </a:r>
          </a:p>
          <a:p>
            <a:r>
              <a:t>the average every single time. Every model we built landed there or below.</a:t>
            </a:r>
          </a:p>
          <a:p/>
          <a:p>
            <a:r>
              <a:t>"Not even 30 minutes of hindsight" is the part that surprised us. We asked the model</a:t>
            </a:r>
          </a:p>
          <a:p>
            <a:r>
              <a:t>to describe a move that had ALREADY happened when the article was published --</a:t>
            </a:r>
          </a:p>
          <a:p>
            <a:r>
              <a:t>and it still couldn't.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corpus: 6,333 articles on 118 AI and compute tickers, two years, NYSE trading</a:t>
            </a:r>
          </a:p>
          <a:p>
            <a:r>
              <a:t>days only, restricted to between the open and 90 minutes before the close so the</a:t>
            </a:r>
          </a:p>
          <a:p>
            <a:r>
              <a:t>target window always closes inside the session.</a:t>
            </a:r>
          </a:p>
          <a:p/>
          <a:p>
            <a:r>
              <a:t>5,506 have LLM-distilled insight text -- that text is the model input.</a:t>
            </a:r>
          </a:p>
          <a:p/>
          <a:p>
            <a:r>
              <a:t>The split is 60/20/20 but not random: the most recent trading days are reserved</a:t>
            </a:r>
          </a:p>
          <a:p>
            <a:r>
              <a:t>wholesale as the test set. Point at the chart -- test is concentrated on the right.</a:t>
            </a:r>
          </a:p>
          <a:p>
            <a:r>
              <a:t>That means a model cannot learn a specific day and replay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target: the stock's move in the 90 minutes after the article.</a:t>
            </a:r>
          </a:p>
          <a:p/>
          <a:p>
            <a:r>
              <a:t>Standard deviation is 109 basis points -- about 1%. Tight, symmetric, centred on zero.</a:t>
            </a:r>
          </a:p>
          <a:p/>
          <a:p>
            <a:r>
              <a:t>This matters for what counts as success. Any model has to beat the constant</a:t>
            </a:r>
          </a:p>
          <a:p>
            <a:r>
              <a:t>predictor, which just guesses the mean every time. That baseline gets a mean</a:t>
            </a:r>
          </a:p>
          <a:p>
            <a:r>
              <a:t>absolute error of 74 basis points. That's the number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 in the deck, and it comes BEFORE any model.</a:t>
            </a:r>
          </a:p>
          <a:p/>
          <a:p>
            <a:r>
              <a:t>We cross-tabulated the LLM's sentiment reading against which way the stock</a:t>
            </a:r>
          </a:p>
          <a:p>
            <a:r>
              <a:t>actually moved next. If sentiment carried directional information, the strongly</a:t>
            </a:r>
          </a:p>
          <a:p>
            <a:r>
              <a:t>negative row and the strongly positive row would look different.</a:t>
            </a:r>
          </a:p>
          <a:p/>
          <a:p>
            <a:r>
              <a:t>They don't. Every row is a coin flip. One percentage point separates the extremes,</a:t>
            </a:r>
          </a:p>
          <a:p>
            <a:r>
              <a:t>which on 5,500 rows is inside sampling noise.</a:t>
            </a:r>
          </a:p>
          <a:p/>
          <a:p>
            <a:r>
              <a:t>Everything after this slide is a consequence of this table.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families, deliberately different in kind, so a null result can't be blamed on</a:t>
            </a:r>
          </a:p>
          <a:p>
            <a:r>
              <a:t>one architecture.</a:t>
            </a:r>
          </a:p>
          <a:p/>
          <a:p>
            <a:r>
              <a:t>Two from the original notebook -- an encoder feeding a fusion network, trained</a:t>
            </a:r>
          </a:p>
          <a:p>
            <a:r>
              <a:t>separately and end-to-end. One LoRA fine-tune of a 1-billion-parameter LLM.</a:t>
            </a:r>
          </a:p>
          <a:p>
            <a:r>
              <a:t>Then two we added: a DeBERTa text encoder with market features, and a</a:t>
            </a:r>
          </a:p>
          <a:p>
            <a:r>
              <a:t>gradient-boosted tree on the numeric features only.</a:t>
            </a:r>
          </a:p>
          <a:p/>
          <a:p>
            <a:r>
              <a:t>That last one is the control: it has no text at all. The gap between it and the</a:t>
            </a:r>
          </a:p>
          <a:p>
            <a:r>
              <a:t>DeBERTa model is exactly what the text contributes.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you should trust a negative result. Three things we did to avoid fooling ourselves.</a:t>
            </a:r>
          </a:p>
          <a:p/>
          <a:p>
            <a:r>
              <a:t>First and most important: 46% of articles share a ticker AND a trading day with</a:t>
            </a:r>
          </a:p>
          <a:p>
            <a:r>
              <a:t>another article. Two pieces about Nvidia twenty minutes apart have nearly identical</a:t>
            </a:r>
          </a:p>
          <a:p>
            <a:r>
              <a:t>targets. With ordinary cross-validation those near-duplicates land on both sides of</a:t>
            </a:r>
          </a:p>
          <a:p>
            <a:r>
              <a:t>the split and every score is inflated. We group them.</a:t>
            </a:r>
          </a:p>
          <a:p/>
          <a:p>
            <a:r>
              <a:t>Second, scalers fitted on the training fold only.</a:t>
            </a:r>
          </a:p>
          <a:p/>
          <a:p>
            <a:r>
              <a:t>Third, leakage guards in code -- if a target is identical to an input feature,</a:t>
            </a:r>
          </a:p>
          <a:p>
            <a:r>
              <a:t>the config refuses to run rather than reporting a great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one axis. Zero is 'no better than a constant'. Grey is baselines,</a:t>
            </a:r>
          </a:p>
          <a:p>
            <a:r>
              <a:t>blue is the text model, orange is the tree.</a:t>
            </a:r>
          </a:p>
          <a:p/>
          <a:p>
            <a:r>
              <a:t>Almost nothing clears zero. The flexible models -- gradient boosting, TF-IDF --</a:t>
            </a:r>
          </a:p>
          <a:p>
            <a:r>
              <a:t>are the WORST. That's the signature of fitting noise: give a flexible model</a:t>
            </a:r>
          </a:p>
          <a:p>
            <a:r>
              <a:t>noise and it will fit it, then fail out of sample.</a:t>
            </a:r>
          </a:p>
          <a:p/>
          <a:p>
            <a:r>
              <a:t>The one bar sticking out to the right is a hindsight run. I'll come back to it,</a:t>
            </a:r>
          </a:p>
          <a:p>
            <a:r>
              <a:t>because it turns out to be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thing as numbers, on one held-out split of 1,236 articles.</a:t>
            </a:r>
          </a:p>
          <a:p/>
          <a:p>
            <a:r>
              <a:t>The constant predictor -- which ignores every input -- gets 74.1 basis points.</a:t>
            </a:r>
          </a:p>
          <a:p>
            <a:r>
              <a:t>Nothing beats it. The best model, 2b, matches it to three decimal places.</a:t>
            </a:r>
          </a:p>
          <a:p>
            <a:r>
              <a:t>That is what a model converging to 'just predict the average' looks like.</a:t>
            </a:r>
          </a:p>
          <a:p/>
          <a:p>
            <a:r>
              <a:t>The LoRA number is so bad it's not a ranking -- its error is nearly four times the</a:t>
            </a:r>
          </a:p>
          <a:p>
            <a:r>
              <a:t>baseline, which means it didn't converge properly. I flag it rather than quoting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R-squared is about magnitude. For trading the real question is simpler:</a:t>
            </a:r>
          </a:p>
          <a:p>
            <a:r>
              <a:t>does it call the direction?</a:t>
            </a:r>
          </a:p>
          <a:p/>
          <a:p>
            <a:r>
              <a:t>Two of the three are below a coin flip. The third, at 52.19%, looks like an edge --</a:t>
            </a:r>
          </a:p>
          <a:p>
            <a:r>
              <a:t>it isn't. That's 1.5 standard errors from chance, the kind of number that appears</a:t>
            </a:r>
          </a:p>
          <a:p>
            <a:r>
              <a:t>and disappears between runs. And it comes from the model with by far the worst</a:t>
            </a:r>
          </a:p>
          <a:p>
            <a:r>
              <a:t>magnitude error: only 84 of its 1,236 predictions land within 50 basis points,</a:t>
            </a:r>
          </a:p>
          <a:p>
            <a:r>
              <a:t>versus around 600 for the other two.</a:t>
            </a:r>
          </a:p>
          <a:p/>
          <a:p>
            <a:r>
              <a:t>No family has directional skill worth acting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the models actually do. We measured the spread of their predictions</a:t>
            </a:r>
          </a:p>
          <a:p>
            <a:r>
              <a:t>against the spread of reality.</a:t>
            </a:r>
          </a:p>
          <a:p/>
          <a:p>
            <a:r>
              <a:t>The model outputs a nearly flat line. Its predictions vary about 2.6% as much as</a:t>
            </a:r>
          </a:p>
          <a:p>
            <a:r>
              <a:t>the real moves do. It has learned the average and nothing else.</a:t>
            </a:r>
          </a:p>
          <a:p/>
          <a:p>
            <a:r>
              <a:t>And look at the left column -- we varied trainable parameters by fifty times,</a:t>
            </a:r>
          </a:p>
          <a:p>
            <a:r>
              <a:t>from 400 thousand to 21 million. The spread barely moves. This is not a</a:t>
            </a:r>
          </a:p>
          <a:p>
            <a:r>
              <a:t>capacity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objection: you just didn't train it right.</a:t>
            </a:r>
          </a:p>
          <a:p/>
          <a:p>
            <a:r>
              <a:t>Left panel, our settings: training loss falls by half while validation loss RISES.</a:t>
            </a:r>
          </a:p>
          <a:p>
            <a:r>
              <a:t>That is memorisation, not underfitting. The model is perfectly capable of learning --</a:t>
            </a:r>
          </a:p>
          <a:p>
            <a:r>
              <a:t>it's learning the training set by heart.</a:t>
            </a:r>
          </a:p>
          <a:p/>
          <a:p>
            <a:r>
              <a:t>Right panel, five times the learning rate: it memorises harder and generalises worse.</a:t>
            </a:r>
          </a:p>
          <a:p/>
          <a:p>
            <a:r>
              <a:t>More learning rate, more capacity, more epochs -- all move you further along the</a:t>
            </a:r>
          </a:p>
          <a:p>
            <a:r>
              <a:t>wrong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ruled out. Run through this quickly -- the point is the breadth,</a:t>
            </a:r>
          </a:p>
          <a:p>
            <a:r>
              <a:t>not each row.</a:t>
            </a:r>
          </a:p>
          <a:p/>
          <a:p>
            <a:r>
              <a:t>Each of these would have shown a gradient if it were the cause. None did.</a:t>
            </a:r>
          </a:p>
          <a:p/>
          <a:p>
            <a:r>
              <a:t>The last row is the one that matters most: can the pipeline read text at all?</a:t>
            </a:r>
          </a:p>
          <a:p>
            <a:r>
              <a:t>Yes. Ask it to predict sentiment from the same text and it works fine --</a:t>
            </a:r>
          </a:p>
          <a:p>
            <a:r>
              <a:t>55% accuracy against a 43% baseline. The plumbing is good. It's the mapping</a:t>
            </a:r>
          </a:p>
          <a:p>
            <a:r>
              <a:t>from text to future return that doesn't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result that looked alive, and why it doesn't count.</a:t>
            </a:r>
          </a:p>
          <a:p/>
          <a:p>
            <a:r>
              <a:t>We asked the model to describe a move that had already happened. It worked --</a:t>
            </a:r>
          </a:p>
          <a:p>
            <a:r>
              <a:t>R-squared of 0.05, correlation 0.23, and for the first time the model actually</a:t>
            </a:r>
          </a:p>
          <a:p>
            <a:r>
              <a:t>committed to varied predictions.</a:t>
            </a:r>
          </a:p>
          <a:p/>
          <a:p>
            <a:r>
              <a:t>Then we split by date. On dates the model had seen during training: 0.15.</a:t>
            </a:r>
          </a:p>
          <a:p>
            <a:r>
              <a:t>On genuinely unseen dates: below zero.</a:t>
            </a:r>
          </a:p>
          <a:p/>
          <a:p>
            <a:r>
              <a:t>It wasn't reading the article. It was learning 'that morning was strong' from</a:t>
            </a:r>
          </a:p>
          <a:p>
            <a:r>
              <a:t>other articles on the same day, and applying it to a different stock.</a:t>
            </a:r>
          </a:p>
          <a:p>
            <a:r>
              <a:t>Day-level market state, not article-level information.</a:t>
            </a:r>
          </a:p>
          <a:p/>
          <a:p>
            <a:r>
              <a:t>Narrow the window to 30 minutes and even that vanishes.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conclusion, and I want to be precise about what it does and doesn't say.</a:t>
            </a:r>
          </a:p>
          <a:p/>
          <a:p>
            <a:r>
              <a:t>It does not say news is useless for trading. It says THIS corpus -- articles</a:t>
            </a:r>
          </a:p>
          <a:p>
            <a:r>
              <a:t>published after the fact, distilled into insights -- does not predict the move</a:t>
            </a:r>
          </a:p>
          <a:p>
            <a:r>
              <a:t>that follows, at this sample size.</a:t>
            </a:r>
          </a:p>
          <a:p/>
          <a:p>
            <a:r>
              <a:t>The models collapsed to the mean because that is the mathematically correct answer</a:t>
            </a:r>
          </a:p>
          <a:p>
            <a:r>
              <a:t>when there's nothing to condition on. They behaved properly.</a:t>
            </a:r>
          </a:p>
          <a:p/>
          <a:p>
            <a:r>
              <a:t>The articles describe what the market already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we want to keep going, these are changes to the data or the question --</a:t>
            </a:r>
          </a:p>
          <a:p>
            <a:r>
              <a:t>not to the model. Tuning is exhausted.</a:t>
            </a:r>
          </a:p>
          <a:p/>
          <a:p>
            <a:r>
              <a:t>One: information that precedes the move. This corpus is retrospective by construction.</a:t>
            </a:r>
          </a:p>
          <a:p/>
          <a:p>
            <a:r>
              <a:t>Two: a market-adjusted target. The strongest thing our features explain is the day's</a:t>
            </a:r>
          </a:p>
          <a:p>
            <a:r>
              <a:t>overall direction -- strip that out and see if anything stock-specific is left.</a:t>
            </a:r>
          </a:p>
          <a:p/>
          <a:p>
            <a:r>
              <a:t>Three: predict direction as a classification problem with AUC, so a weak correlation</a:t>
            </a:r>
          </a:p>
          <a:p>
            <a:r>
              <a:t>shows up as 53% instead of being erased by squared error.</a:t>
            </a:r>
          </a:p>
          <a:p/>
          <a:p>
            <a:r>
              <a:t>Four: more data. We showed 1,000 rows is below the floor; 3,000 probably is too.</a:t>
            </a:r>
          </a:p>
          <a:p/>
          <a:p>
            <a:r>
              <a:t>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Calibri"/>
              </a:defRPr>
            </a:pPr>
            <a:r>
              <a:t>Can news insights predict stock moves?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666666"/>
                </a:solidFill>
              </a:defRPr>
            </a:pPr>
            <a:r>
              <a:t>Five model families. Six targets. One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AI/compute news corpus  ·  6,333 articles  ·  2024-09 →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0392B"/>
                </a:solidFill>
              </a:defRPr>
            </a:pPr>
            <a:r>
              <a:t>R² ≈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66666"/>
                </a:solidFill>
              </a:defRPr>
            </a:pPr>
            <a:r>
              <a:t>every model, every target — no better than predicting the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Not on forecast. Not even on 30 minutes of hindsight.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6,333 articles · 118 tickers · 2 years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5,506 with LLM-distilled insight text — the model input</a:t>
            </a:r>
          </a:p>
          <a:p>
            <a:pPr>
              <a:spcAft>
                <a:spcPts val="800"/>
              </a:spcAft>
              <a:defRPr sz="2000" b="0">
                <a:solidFill>
                  <a:srgbClr val="1A1A1A"/>
                </a:solidFill>
              </a:defRPr>
            </a:pPr>
            <a:r>
              <a:t>•  Split 60/20/20, most recent days held out as test</a:t>
            </a:r>
          </a:p>
        </p:txBody>
      </p:sp>
      <p:pic>
        <p:nvPicPr>
          <p:cNvPr id="4" name="Picture 3" descr="02-article-dates-by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108" y="2880360"/>
            <a:ext cx="6551479" cy="3657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target: a ~1% move, centred on zero</a:t>
            </a:r>
          </a:p>
        </p:txBody>
      </p:sp>
      <p:pic>
        <p:nvPicPr>
          <p:cNvPr id="3" name="Picture 2" descr="04-target-90m-gain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964" y="1371600"/>
            <a:ext cx="7043766" cy="3931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sd = 109 bps   ·   the bar to clear: a constant predictor, MAE 74 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Before any model: sentiment vs. what happened next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424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LLM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next move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next move UP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Strongly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49.20%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50.18%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48.86%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50.24%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Strongly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49.86%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Every class is a coin flip.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This is a property of the data, not of any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Five model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840480"/>
                <a:gridCol w="5852160"/>
              </a:tblGrid>
              <a:tr h="38404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input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Encoder-NN, separate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text → sentiment → + market floats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Encoder-NN,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same, end-to-end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everything as raw JSON · 1.04B params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DeBERTa + floats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text + 10 numeric/one-hot features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Gradient-boosted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the 10 features only — no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7FB8"/>
                </a:solidFill>
              </a:defRPr>
            </a:pPr>
            <a:r>
              <a:t>2e has no text — the gap between 2d and 2e is what the text adds.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Why trust a negative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1A1A1A"/>
                </a:solidFill>
              </a:defRPr>
            </a:pPr>
            <a:r>
              <a:t>•  GroupKFold on (ticker, trading-day) — 46% of rows share one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Scalers and transforms fitted on the training fold only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Test split never trained on; unseen-date subset reported separately</a:t>
            </a:r>
          </a:p>
          <a:p>
            <a:pPr>
              <a:spcAft>
                <a:spcPts val="2200"/>
              </a:spcAft>
              <a:defRPr sz="2200" b="0">
                <a:solidFill>
                  <a:srgbClr val="1A1A1A"/>
                </a:solidFill>
              </a:defRPr>
            </a:pPr>
            <a:r>
              <a:t>•  Leakage guards enforced in code — refuse, don't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Every family, every target</a:t>
            </a:r>
          </a:p>
        </p:txBody>
      </p:sp>
      <p:pic>
        <p:nvPicPr>
          <p:cNvPr id="3" name="Picture 2" descr="14-consolidated-r2-all-fami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84" y="1280160"/>
            <a:ext cx="808912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Nothing beats the constant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57200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test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constant (predict the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Fusion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78.5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-0.0529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Combined Encoder-NN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75.1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-0.0049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274.1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-14.44 ※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DeBERTa + floats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89.6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Tree on 10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~98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C0392B"/>
                          </a:solidFill>
                        </a:defRPr>
                      </a:pPr>
                      <a:r>
                        <a:t>-0.1559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0392B"/>
                </a:solidFill>
              </a:defRPr>
            </a:pPr>
            <a:r>
              <a:t>Best model = the constant, to three decimals.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※ 2c did not converge usefully — error 3.7× the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Does it at least call the direction?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4241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correct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within ±50 bps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Fusion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48.38%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578 / 1,236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Combined Encoder-NN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49.43%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610 / 1,236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JSON-LLM,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52.19%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84 / 1,236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</a:defRPr>
            </a:pPr>
            <a:r>
              <a:t>Two are below a coin flip.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52.19% is 1.5 SE from chance (SE = 1.42 pp) — and that model has the worst magnitude error of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What the models actually 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607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377440"/>
                <a:gridCol w="274320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trainable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prediction spread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LoRA r=8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freeze-1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7.3M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2.7%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freeze-3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2.6%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50× the capacity. The same flat line.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Predictions vary 2.6% as much as reality does — the model emits a constant.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"You just didn't train it right"</a:t>
            </a:r>
          </a:p>
        </p:txBody>
      </p:sp>
      <p:pic>
        <p:nvPicPr>
          <p:cNvPr id="3" name="Picture 2" descr="10-lr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77" y="1554480"/>
            <a:ext cx="980694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Train loss halves while validation rises. It memorises — it does not underfit.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Broken training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Learning rate too low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Too much capacity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Wrong loss · wrong ticker · wrong window</a:t>
            </a:r>
          </a:p>
          <a:p>
            <a:pPr>
              <a:spcAft>
                <a:spcPts val="2000"/>
              </a:spcAft>
              <a:defRPr sz="2400" b="0">
                <a:solidFill>
                  <a:srgbClr val="1A1A1A"/>
                </a:solidFill>
              </a:defRPr>
            </a:pPr>
            <a:r>
              <a:t>•  Corpus too noisy</a:t>
            </a:r>
          </a:p>
          <a:p>
            <a:pPr>
              <a:spcAft>
                <a:spcPts val="2000"/>
              </a:spcAft>
              <a:defRPr sz="2400" b="1">
                <a:solidFill>
                  <a:srgbClr val="1A1A1A"/>
                </a:solidFill>
              </a:defRPr>
            </a:pPr>
            <a:r>
              <a:t>•  Pipeline can't read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392B"/>
                </a:solidFill>
              </a:defRPr>
            </a:pPr>
            <a:r>
              <a:t>Each would have shown a gradient. None did.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The one positive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64592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hindsight run, split by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corr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all test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1,127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+0.0508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+0.2315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dates SEEN in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+0.1541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+0.4107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dates NOT 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-0.0056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+0.1271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0392B"/>
                </a:solidFill>
              </a:defRPr>
            </a:pPr>
            <a:r>
              <a:t>It learned the day, not the article.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Narrow the window to 30 minutes and even this disappears:  -0.0035 ± 0.0042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What this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C0392B"/>
                </a:solidFill>
              </a:defRPr>
            </a:pPr>
            <a:r>
              <a:t>•  The articles describe what the market already did.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Collapsing to the mean is the correct answer when there is no signal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Not a model problem — five architectures, one result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This corpus, this horizon — not "news is useless"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A1A1A"/>
                </a:solidFill>
                <a:latin typeface="Calibri"/>
              </a:defRPr>
            </a:pPr>
            <a:r>
              <a:t>If we continue — change the data, not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Information that precedes the move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Market-adjusted target — strip the day factor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Sign classification with AUC, not regression</a:t>
            </a:r>
          </a:p>
          <a:p>
            <a:pPr>
              <a:spcAft>
                <a:spcPts val="2400"/>
              </a:spcAft>
              <a:defRPr sz="2400" b="0">
                <a:solidFill>
                  <a:srgbClr val="1A1A1A"/>
                </a:solidFill>
              </a:defRPr>
            </a:pPr>
            <a:r>
              <a:t>•  Substantially more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Detail: FINDINGS.md · tries.md · train_news_model_extended_inlined.ipynb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